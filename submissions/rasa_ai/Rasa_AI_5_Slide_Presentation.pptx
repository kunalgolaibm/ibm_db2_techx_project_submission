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rivastava" userId="83bf3728461db264" providerId="LiveId" clId="{92EDCA7A-F145-44DB-90B3-FA7B910B6645}"/>
    <pc:docChg chg="modSld">
      <pc:chgData name="Aditya Srivastava" userId="83bf3728461db264" providerId="LiveId" clId="{92EDCA7A-F145-44DB-90B3-FA7B910B6645}" dt="2026-10-29T15:14:05.224" v="7" actId="20577"/>
      <pc:docMkLst>
        <pc:docMk/>
      </pc:docMkLst>
      <pc:sldChg chg="modSp mod">
        <pc:chgData name="Aditya Srivastava" userId="83bf3728461db264" providerId="LiveId" clId="{92EDCA7A-F145-44DB-90B3-FA7B910B6645}" dt="2026-10-29T15:14:05.224" v="7" actId="20577"/>
        <pc:sldMkLst>
          <pc:docMk/>
          <pc:sldMk cId="0" sldId="259"/>
        </pc:sldMkLst>
        <pc:spChg chg="mod">
          <ac:chgData name="Aditya Srivastava" userId="83bf3728461db264" providerId="LiveId" clId="{92EDCA7A-F145-44DB-90B3-FA7B910B6645}" dt="2026-10-29T15:13:59.692" v="2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ditya Srivastava" userId="83bf3728461db264" providerId="LiveId" clId="{92EDCA7A-F145-44DB-90B3-FA7B910B6645}" dt="2026-10-29T15:14:05.224" v="7" actId="20577"/>
          <ac:spMkLst>
            <pc:docMk/>
            <pc:sldMk cId="0" sldId="259"/>
            <ac:spMk id="2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731520"/>
            <a:ext cx="1371600" cy="1371600"/>
          </a:xfrm>
          <a:prstGeom prst="ellipse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1737360"/>
            <a:ext cx="731520" cy="731520"/>
          </a:xfrm>
          <a:prstGeom prst="ellipse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5440" y="2468880"/>
            <a:ext cx="411480" cy="411480"/>
          </a:xfrm>
          <a:prstGeom prst="ellipse">
            <a:avLst/>
          </a:prstGeom>
          <a:solidFill>
            <a:srgbClr val="FA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49840" y="2926080"/>
            <a:ext cx="274320" cy="274320"/>
          </a:xfrm>
          <a:prstGeom prst="ellipse">
            <a:avLst/>
          </a:prstGeom>
          <a:solidFill>
            <a:srgbClr val="2CA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BEDC"/>
                </a:solidFill>
                <a:latin typeface="Aptos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ptos"/>
              </a:rPr>
              <a:t>RASA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14600"/>
            <a:ext cx="8046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>
                <a:solidFill>
                  <a:srgbClr val="DAE5FF"/>
                </a:solidFill>
                <a:latin typeface="Aptos"/>
              </a:rPr>
              <a:t>Smarter audition review through
visual and vocal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886200"/>
            <a:ext cx="1143000" cy="64008"/>
          </a:xfrm>
          <a:prstGeom prst="rect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420624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Aptos"/>
              </a:rPr>
              <a:t>An AI-assisted platform designed to help casting teams review performances more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61722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4C4E6"/>
                </a:solidFill>
                <a:latin typeface="Aptos"/>
              </a:rPr>
              <a:t>Human-led decisions • Structured performance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C4E6"/>
                </a:solidFill>
                <a:latin typeface="Aptos"/>
              </a:rPr>
              <a:t>RASA AI  •  AI-ASSISTED 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4C4E6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D69EB"/>
                </a:solidFill>
                <a:latin typeface="Apto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183E"/>
                </a:solidFill>
                <a:latin typeface="Aptos"/>
              </a:rPr>
              <a:t>Audition review can be time-consuming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C8C"/>
                </a:solidFill>
                <a:latin typeface="Aptos"/>
              </a:rPr>
              <a:t>Casting teams need to review many performances while keeping evaluations 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74720" cy="214884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313432"/>
            <a:ext cx="64008" cy="1819656"/>
          </a:xfrm>
          <a:prstGeom prst="rect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Manual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62072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Repeatedly watching auditions and noting performance details takes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3474720" cy="214884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313432"/>
            <a:ext cx="64008" cy="1819656"/>
          </a:xfrm>
          <a:prstGeom prst="rect">
            <a:avLst/>
          </a:prstGeom>
          <a:solidFill>
            <a:srgbClr val="FA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35000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Hard to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62072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Observations can vary between reviewers and across audition sessions.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474720" cy="214884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313432"/>
            <a:ext cx="64008" cy="1819656"/>
          </a:xfrm>
          <a:prstGeom prst="rect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350008"/>
            <a:ext cx="3063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Scattered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62072"/>
            <a:ext cx="30632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Visual delivery and vocal characteristics may be reviewed separately.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183E"/>
                </a:solidFill>
                <a:latin typeface="Aptos"/>
              </a:rPr>
              <a:t>Opportunity: bring observable visual and vocal cues into one structured review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C6C8C"/>
                </a:solidFill>
                <a:latin typeface="Aptos"/>
              </a:rPr>
              <a:t>RASA AI  •  AI-ASSISTED 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C8C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D69EB"/>
                </a:solidFill>
                <a:latin typeface="Aptos"/>
              </a:rPr>
              <a:t>02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183E"/>
                </a:solidFill>
                <a:latin typeface="Aptos"/>
              </a:rPr>
              <a:t>One platform. Two analysis 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C8C"/>
                </a:solidFill>
                <a:latin typeface="Aptos"/>
              </a:rPr>
              <a:t>Rasa AI turns audition recordings into structured observations for human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303520" cy="242316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21992"/>
            <a:ext cx="64008" cy="2093976"/>
          </a:xfrm>
          <a:prstGeom prst="rect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585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VISUAL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0632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• Video frames and image processing
• Observable facial expressions
• Body movement, posture and landmarks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03520" cy="242316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221992"/>
            <a:ext cx="64008" cy="2093976"/>
          </a:xfrm>
          <a:prstGeom prst="rect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2585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VOCAL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70632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• Pitch and tone features
• Speaking pace and pauses
• Voice clarity and delivery 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83E"/>
                </a:solidFill>
                <a:latin typeface="Aptos"/>
              </a:rPr>
              <a:t>Combined output: organized insights • audition comparison • review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C6C8C"/>
                </a:solidFill>
                <a:latin typeface="Aptos"/>
              </a:rPr>
              <a:t>RASA AI  •  AI-ASSISTED 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C8C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D69EB"/>
                </a:solidFill>
                <a:latin typeface="Aptos"/>
              </a:rPr>
              <a:t>03 — WORKFLOW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183E"/>
                </a:solidFill>
                <a:latin typeface="Aptos"/>
              </a:rPr>
              <a:t>From audition upload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C8C"/>
                </a:solidFill>
                <a:latin typeface="Aptos"/>
              </a:rPr>
              <a:t>Illustrative architecture: confirm planned integrations before describing them as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1737360" cy="1600200"/>
          </a:xfrm>
          <a:prstGeom prst="roundRect">
            <a:avLst/>
          </a:prstGeom>
          <a:solidFill>
            <a:srgbClr val="EFF5FF"/>
          </a:solidFill>
          <a:ln>
            <a:solidFill>
              <a:srgbClr val="D2E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2148840"/>
            <a:ext cx="548640" cy="548640"/>
          </a:xfrm>
          <a:prstGeom prst="ellipse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2585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3464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83E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91840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  <a:latin typeface="Aptos"/>
              </a:rPr>
              <a:t>Audition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3063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69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2468880"/>
            <a:ext cx="1737360" cy="1600200"/>
          </a:xfrm>
          <a:prstGeom prst="roundRect">
            <a:avLst/>
          </a:prstGeom>
          <a:solidFill>
            <a:srgbClr val="EFF5FF"/>
          </a:solidFill>
          <a:ln>
            <a:solidFill>
              <a:srgbClr val="D2E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02152" y="2148840"/>
            <a:ext cx="548640" cy="548640"/>
          </a:xfrm>
          <a:prstGeom prst="ellipse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22585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3464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83E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91840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  <a:latin typeface="Aptos"/>
              </a:rPr>
              <a:t>OpenCV / MediaPipe
Librosa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63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69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468880"/>
            <a:ext cx="1737360" cy="1600200"/>
          </a:xfrm>
          <a:prstGeom prst="roundRect">
            <a:avLst/>
          </a:prstGeom>
          <a:solidFill>
            <a:srgbClr val="EFF5FF"/>
          </a:solidFill>
          <a:ln>
            <a:solidFill>
              <a:srgbClr val="D2E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15584" y="2148840"/>
            <a:ext cx="548640" cy="548640"/>
          </a:xfrm>
          <a:prstGeom prst="ellipse">
            <a:avLst/>
          </a:prstGeom>
          <a:solidFill>
            <a:srgbClr val="FA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5584" y="22585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283464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83E"/>
                </a:solidFill>
                <a:latin typeface="Apto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3291840"/>
            <a:ext cx="151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1F2A44"/>
                </a:solidFill>
                <a:latin typeface="Aptos"/>
              </a:rPr>
              <a:t>Haystack retrieval
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063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69E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34656" y="2468880"/>
            <a:ext cx="1737360" cy="1600200"/>
          </a:xfrm>
          <a:prstGeom prst="roundRect">
            <a:avLst/>
          </a:prstGeom>
          <a:solidFill>
            <a:srgbClr val="EFF5FF"/>
          </a:solidFill>
          <a:ln>
            <a:solidFill>
              <a:srgbClr val="D2E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29016" y="2148840"/>
            <a:ext cx="548640" cy="548640"/>
          </a:xfrm>
          <a:prstGeom prst="ellipse">
            <a:avLst/>
          </a:prstGeom>
          <a:solidFill>
            <a:srgbClr val="2CA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22585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83464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83E"/>
                </a:solidFill>
                <a:latin typeface="Aptos"/>
              </a:rPr>
              <a:t>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3" y="3291840"/>
            <a:ext cx="15179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1F2A44"/>
                </a:solidFill>
                <a:latin typeface="Aptos"/>
              </a:rPr>
              <a:t>IBM Db2 structured data
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30632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69E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8088" y="2468880"/>
            <a:ext cx="1737360" cy="1600200"/>
          </a:xfrm>
          <a:prstGeom prst="roundRect">
            <a:avLst/>
          </a:prstGeom>
          <a:solidFill>
            <a:srgbClr val="EFF5FF"/>
          </a:solidFill>
          <a:ln>
            <a:solidFill>
              <a:srgbClr val="D2E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42448" y="2148840"/>
            <a:ext cx="548640" cy="548640"/>
          </a:xfrm>
          <a:prstGeom prst="ellipse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42448" y="22585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5" y="2834640"/>
            <a:ext cx="1517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83E"/>
                </a:solidFill>
                <a:latin typeface="Aptos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5" y="3291840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A44"/>
                </a:solidFill>
                <a:latin typeface="Aptos"/>
              </a:rPr>
              <a:t>Insights and 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548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83E"/>
                </a:solidFill>
                <a:latin typeface="Aptos"/>
              </a:rPr>
              <a:t>Core stack: Python • Streamlit • OpenCV • MediaPipe • Librosa • NumPy/Pandas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C6C8C"/>
                </a:solidFill>
                <a:latin typeface="Aptos"/>
              </a:rPr>
              <a:t>RASA AI  •  AI-ASSISTED CASTING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C8C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ABEDC"/>
                </a:solidFill>
                <a:latin typeface="Aptos"/>
              </a:rPr>
              <a:t>04 — VALUE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ptos"/>
              </a:rPr>
              <a:t>Support better-informed casting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429000" cy="201168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084832"/>
            <a:ext cx="64008" cy="1682496"/>
          </a:xfrm>
          <a:prstGeom prst="rect">
            <a:avLst/>
          </a:prstGeom>
          <a:solidFill>
            <a:srgbClr val="2D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For casting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Faster review and more structured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29000" cy="201168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2084832"/>
            <a:ext cx="64008" cy="1682496"/>
          </a:xfrm>
          <a:prstGeom prst="rect">
            <a:avLst/>
          </a:prstGeom>
          <a:solidFill>
            <a:srgbClr val="3A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121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For productions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3347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A clearer record of audition observations.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20240"/>
            <a:ext cx="3429000" cy="2011680"/>
          </a:xfrm>
          <a:prstGeom prst="roundRect">
            <a:avLst/>
          </a:prstGeom>
          <a:solidFill>
            <a:srgbClr val="EFF5FF"/>
          </a:solidFill>
          <a:ln>
            <a:solidFill>
              <a:srgbClr val="D7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2084832"/>
            <a:ext cx="64008" cy="1682496"/>
          </a:xfrm>
          <a:prstGeom prst="rect">
            <a:avLst/>
          </a:prstGeom>
          <a:solidFill>
            <a:srgbClr val="FA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121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A183E"/>
                </a:solidFill>
                <a:latin typeface="Aptos"/>
              </a:rPr>
              <a:t>For performers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33472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A44"/>
                </a:solidFill>
                <a:latin typeface="Aptos"/>
              </a:rPr>
              <a:t>Potentially clearer performance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Rasa AI supports human judgment — it does not decide who should be cast.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DEB"/>
                </a:solidFill>
                <a:latin typeface="Aptos"/>
              </a:rPr>
              <a:t>Next steps: validate analysis quality • integrate retrieval/database components • test real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C4E6"/>
                </a:solidFill>
                <a:latin typeface="Aptos"/>
              </a:rPr>
              <a:t>RASA AI  •  AI-ASSISTED 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B4C4E6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Srivastava</cp:lastModifiedBy>
  <cp:revision>1</cp:revision>
  <dcterms:created xsi:type="dcterms:W3CDTF">2013-01-27T09:14:16Z</dcterms:created>
  <dcterms:modified xsi:type="dcterms:W3CDTF">2026-10-29T15:14:09Z</dcterms:modified>
  <cp:category/>
</cp:coreProperties>
</file>